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2320" y="1938337"/>
            <a:ext cx="601935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DELTA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2108362" y="2909888"/>
            <a:ext cx="492727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Disaster Relief Logistics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166592" y="4486275"/>
            <a:ext cx="2810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HackFusion 2026  |  Team Digital Delta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539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62000" y="1688902"/>
            <a:ext cx="7620000" cy="1863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2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floods destroy roads and bridges in Bangladesh's Sylhet region</a:t>
            </a:r>
            <a:endParaRPr lang="en-US" sz="1600" dirty="0"/>
          </a:p>
          <a:p>
            <a:pPr algn="l" marL="342900" indent="-342900">
              <a:lnSpc>
                <a:spcPts val="232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 camps isolated for weeks — no internet, no cellular</a:t>
            </a:r>
            <a:endParaRPr lang="en-US" sz="1600" dirty="0"/>
          </a:p>
          <a:p>
            <a:pPr algn="l" marL="342900" indent="-342900">
              <a:lnSpc>
                <a:spcPts val="232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supplies must reach camps within tight SLA windows</a:t>
            </a:r>
            <a:endParaRPr lang="en-US" sz="1600" dirty="0"/>
          </a:p>
          <a:p>
            <a:pPr algn="l" marL="342900" indent="-342900">
              <a:lnSpc>
                <a:spcPts val="232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predict which routes will fail next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79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Delta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62000" y="1609576"/>
            <a:ext cx="5334000" cy="23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 logistics via BLE mesh networking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flood predictions (98.3% accuracy)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CRDT sync — all devices converge automatically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triage reroutes critical cargo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proof-of-delivery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handoff for last-mile delivery</a:t>
            </a:r>
            <a:endParaRPr lang="en-US" sz="1400" dirty="0"/>
          </a:p>
        </p:txBody>
      </p:sp>
      <p:pic>
        <p:nvPicPr>
          <p:cNvPr id="7" name="Image 2" descr="/Users/mahmudqudrati/hackathon_2/add_new_supp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156" y="1015901"/>
            <a:ext cx="2557886" cy="2539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920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62000" y="1638151"/>
            <a:ext cx="7620000" cy="279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Express.js + better-sqlite3 + WebSocket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Native 0.81 + Expo 54 + TypeScript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 on server and device (14 tables)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Ed25519, x25519, JWT, TOTP (RFC 6238)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Pure JS logistic regression (98.3% accuracy)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CRDT (LWW-Map, Vector Clocks)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Mesh:</a:t>
            </a:r>
            <a:pPr algn="l" indent="0" marL="0">
              <a:lnSpc>
                <a:spcPts val="203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BLE with store-and-forward relay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62000" y="809476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62000" y="1609576"/>
            <a:ext cx="7620000" cy="191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(React Native + Expo) connects via WebSocket to 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(Express + SQLite)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Mesh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peer-to-peer device communication offline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CRDT Library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(LWW-Map, Vector Clock) syncs state across all nodes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Server</a:t>
            </a:r>
            <a:pPr algn="l" indent="0" marL="0">
              <a:lnSpc>
                <a:spcPts val="2175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(Flask) simulates flood events on network edges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955405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Screens | 9 Route Handlers | 9 Services | 14 DB Tables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920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1 - 4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Modules (Part 1)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2000" y="1631752"/>
            <a:ext cx="7620000" cy="179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Secure Auth (9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Ed25519 keypairs, TOTP offline OTP, RBAC, hash-chained audit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CRDT Sync (10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LWW-Map, vector clocks, BLE delta-sync, conflict UI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Mesh Network (9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Store-and-forward relay, x25519 E2E encryption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Vehicle Routing (10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Dijkstra pathfinding, truck/boat/drone constraints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920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5 - 8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Modules (Part 2)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2000" y="1631752"/>
            <a:ext cx="7620000" cy="179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Proof-of-Delivery (7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QR challenge-response, Ed25519 signatures, nonce protection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Triage Engine (7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SLA breach prediction, autonomous rerouting, P0-P3 priority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Predictive Decay (9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ML classifier (98.3% accuracy), proactive rerouting</a:t>
            </a:r>
            <a:endParaRPr lang="en-US" sz="1400" dirty="0"/>
          </a:p>
          <a:p>
            <a:pPr algn="l" marL="342900" indent="-342900">
              <a:lnSpc>
                <a:spcPts val="203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Drone Handoff (9 pts)</a:t>
            </a:r>
            <a:pPr algn="l" indent="0" marL="0">
              <a:lnSpc>
                <a:spcPts val="203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Reachability analysis, rendezvous computation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66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CRDT Sync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62000" y="1660327"/>
            <a:ext cx="7620000" cy="2295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75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LWW-Map:</a:t>
            </a:r>
            <a:pPr algn="l" indent="0" marL="0">
              <a:lnSpc>
                <a:spcPts val="2175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supply record is a map of Last-Writer-Wins registers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Clocks</a:t>
            </a:r>
            <a:pPr algn="l" indent="0" marL="0">
              <a:lnSpc>
                <a:spcPts val="2175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causal ordering across all devices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Delta-Sync:</a:t>
            </a:r>
            <a:pPr algn="l" indent="0" marL="0">
              <a:lnSpc>
                <a:spcPts val="2175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changed records transmitted (under 10 KB)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Central Arbiter</a:t>
            </a:r>
            <a:pPr algn="l" indent="0" marL="0">
              <a:lnSpc>
                <a:spcPts val="2175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backend is a peer, not authority</a:t>
            </a:r>
            <a:endParaRPr lang="en-US" sz="1500" dirty="0"/>
          </a:p>
          <a:p>
            <a:pPr algn="l" marL="342900" indent="-342900">
              <a:lnSpc>
                <a:spcPts val="2175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Conflicts:</a:t>
            </a:r>
            <a:pPr algn="l" indent="0" marL="0">
              <a:lnSpc>
                <a:spcPts val="2175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timestamp wins, tie-break on node ID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279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/ AI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 Flood Prediction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62000" y="1609576"/>
            <a:ext cx="7620000" cy="199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200 rows from Bangladesh weather stations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rainfall, humidity, altitude, soil saturation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— gradient descent (1000 epochs)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JavaScript</a:t>
            </a:r>
            <a:pPr algn="l" indent="0" marL="0">
              <a:lnSpc>
                <a:spcPts val="203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on-device, no ML libraries</a:t>
            </a:r>
            <a:endParaRPr lang="en-US" sz="1450" dirty="0"/>
          </a:p>
          <a:p>
            <a:pPr algn="l" marL="342900" indent="-342900">
              <a:lnSpc>
                <a:spcPts val="203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edges penalized in Dijkstra routing weights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85800" y="3989338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98.3% Accuracy | 97.2% Precision | 100% Recall | F1: 0.986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457200"/>
            <a:ext cx="8679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34901" y="707975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Vehicle Routing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34901" y="1390501"/>
            <a:ext cx="4825901" cy="180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9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nodes across Sylhet district, 7 weighted edges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</a:t>
            </a:r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Road | </a:t>
            </a:r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</a:t>
            </a:r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Waterway | </a:t>
            </a:r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</a:t>
            </a:r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Airway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shortest-path, risk-aware cost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rerouting via WebSocket on failure</a:t>
            </a:r>
            <a:endParaRPr lang="en-US" sz="1350" dirty="0"/>
          </a:p>
          <a:p>
            <a:pPr algn="l" marL="342900" indent="-342900">
              <a:lnSpc>
                <a:spcPts val="189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max payload: 15 kg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4901" y="3352056"/>
            <a:ext cx="4922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travel_time x (1 + risk_score)</a:t>
            </a:r>
            <a:endParaRPr lang="en-US" sz="1300" dirty="0"/>
          </a:p>
        </p:txBody>
      </p:sp>
      <p:pic>
        <p:nvPicPr>
          <p:cNvPr id="7" name="Image 1" descr="/Users/mahmudqudrati/hackathon_2/map-screensh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270" y="381000"/>
            <a:ext cx="2223061" cy="4508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pic>
        <p:nvPicPr>
          <p:cNvPr id="3" name="Image 1" descr="/Users/mahmudqudrati/hackathon_2/workspace/slides/bar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396901"/>
            <a:ext cx="63401" cy="304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587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AND COMPLIANCE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62000" y="809476"/>
            <a:ext cx="85496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Accessibility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62000" y="1685627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62000" y="1980902"/>
            <a:ext cx="7620000" cy="1157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digital signatures for all critical operations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x25519 E2E encryption on mesh (zero-knowledge relays)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audit log with tamper detection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 replay protection on proof-of-delivery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62000" y="3265587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(WCAG)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2000" y="3560862"/>
            <a:ext cx="7620000" cy="84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 dark theme: 19.4:1 ratio (exceeds AA 4.5:1)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Color-independent indicators: text labels alongside color</a:t>
            </a:r>
            <a:endParaRPr lang="en-US" sz="1300" dirty="0"/>
          </a:p>
          <a:p>
            <a:pPr algn="l" marL="342900" indent="-342900">
              <a:lnSpc>
                <a:spcPts val="175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typography scale, 44px minimum touch targets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hmudqudrati/hackathon_2/workspace/slides/bar-top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"/>
            <a:ext cx="9144000" cy="634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01193" y="1800225"/>
            <a:ext cx="434161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3943378" y="2739926"/>
            <a:ext cx="1257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Delta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10571" y="3133576"/>
            <a:ext cx="37228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infrastructure fails, coordination doesn't.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967060" y="4514850"/>
            <a:ext cx="1209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HackFusion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Delta - Offline-First Disaster Relief Logistics</dc:title>
  <dc:subject>PptxGenJS Presentation</dc:subject>
  <dc:creator>Team Digital Delta</dc:creator>
  <cp:lastModifiedBy>Team Digital Delta</cp:lastModifiedBy>
  <cp:revision>1</cp:revision>
  <dcterms:created xsi:type="dcterms:W3CDTF">2026-04-13T04:14:01Z</dcterms:created>
  <dcterms:modified xsi:type="dcterms:W3CDTF">2026-04-13T04:14:01Z</dcterms:modified>
</cp:coreProperties>
</file>